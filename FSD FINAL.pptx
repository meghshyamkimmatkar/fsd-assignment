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AA422-5594-46CE-9B06-8FB95C6E94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A5EA1-4E81-4FF7-B671-FD48E6D24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1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94537968-BFB7-74EE-1904-EECDD22A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86383F38-F9B9-C927-0888-92B67833D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3AA7C681-470C-3C90-95A0-14C18029B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709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1CAA9D7B-5D94-18FE-E094-B7994967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E7BEA5E4-2FB2-7650-AE79-861E23652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A156E84D-D4ED-E303-96B2-923769CC0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3729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CBBF1736-832A-729D-EA02-37178288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D9EC9F02-90B7-0E32-61BB-20194454A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6254A4CB-ADAB-4665-1C60-DD20E35D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5086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19C5E4A9-D10B-2462-2CAE-7944C609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3C573FC1-A75E-A1B9-DD63-AF17B4C01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CB0300C7-7750-9CFB-C3AD-5D9E32E3D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6892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A1AD3EA4-D3CE-F2A0-C836-B80CC767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737C773A-01DC-DBF0-D873-0CB32EC13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CE932A54-D712-D2B7-9117-3F38FD293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072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2797A89E-1E7E-519C-03F8-4CCCE695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396F970C-DE68-DBA2-ADF1-CC271EFE0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BF4F9105-E815-9353-0050-BB2C5AC4E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208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6DCFCCBD-DA56-DC10-E1E7-1BCBC656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CFD0F70D-C6FD-8414-1625-C5DFF21E8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:a16="http://schemas.microsoft.com/office/drawing/2014/main" id="{450BE594-AAD8-F90B-1177-35A1B61B4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5330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82821" y="0"/>
            <a:ext cx="1145507" cy="1243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809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sz="5400" b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01829" y="0"/>
            <a:ext cx="1126499" cy="1243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34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17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510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720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5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475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922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38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5150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225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052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"/>
          <p:cNvSpPr txBox="1"/>
          <p:nvPr/>
        </p:nvSpPr>
        <p:spPr>
          <a:xfrm>
            <a:off x="1058099" y="1762649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School of Computer Science and Engineering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1"/>
          <p:cNvSpPr txBox="1"/>
          <p:nvPr/>
        </p:nvSpPr>
        <p:spPr>
          <a:xfrm>
            <a:off x="2467931" y="2419341"/>
            <a:ext cx="725613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Department  of Computer Engineering and Technology (DCET)</a:t>
            </a:r>
            <a:endParaRPr kumimoji="0" sz="2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5" name="Google Shape;23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9624" y="100140"/>
            <a:ext cx="4221754" cy="13017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7" name="Google Shape;237;p1"/>
          <p:cNvSpPr txBox="1"/>
          <p:nvPr/>
        </p:nvSpPr>
        <p:spPr>
          <a:xfrm>
            <a:off x="777923" y="3612248"/>
            <a:ext cx="1063615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800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  <a:t>Full Stack Development Project </a:t>
            </a:r>
            <a:br>
              <a:rPr lang="en-US" sz="2800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</a:br>
            <a:r>
              <a:rPr lang="en-US" sz="2800" b="1" kern="0" dirty="0">
                <a:solidFill>
                  <a:srgbClr val="002060"/>
                </a:solidFill>
                <a:latin typeface="Helvetica Neue"/>
                <a:ea typeface="Arial"/>
                <a:cs typeface="Arial"/>
                <a:sym typeface="Helvetica Neue"/>
              </a:rPr>
              <a:t>Panel-X</a:t>
            </a:r>
          </a:p>
        </p:txBody>
      </p:sp>
      <p:sp>
        <p:nvSpPr>
          <p:cNvPr id="2" name="Google Shape;237;p1">
            <a:extLst>
              <a:ext uri="{FF2B5EF4-FFF2-40B4-BE49-F238E27FC236}">
                <a16:creationId xmlns:a16="http://schemas.microsoft.com/office/drawing/2014/main" id="{7A71C3C6-2D28-561A-E1C3-8A596C5DC166}"/>
              </a:ext>
            </a:extLst>
          </p:cNvPr>
          <p:cNvSpPr txBox="1"/>
          <p:nvPr/>
        </p:nvSpPr>
        <p:spPr>
          <a:xfrm>
            <a:off x="335471" y="5303752"/>
            <a:ext cx="5018193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>
                <a:solidFill>
                  <a:srgbClr val="00206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Helvetica Neue"/>
              </a:rPr>
              <a:t>1032232953:Rishika Agarwal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>
                <a:solidFill>
                  <a:srgbClr val="00206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Helvetica Neue"/>
              </a:rPr>
              <a:t>1032233940:Khushi Singh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>
                <a:solidFill>
                  <a:srgbClr val="00206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Helvetica Neue"/>
              </a:rPr>
              <a:t>1262240002:Meghshyam Kimmatkar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>
                <a:solidFill>
                  <a:srgbClr val="00206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Helvetica Neue"/>
              </a:rPr>
              <a:t>1262240013:Vishakha Poojari</a:t>
            </a:r>
            <a:endParaRPr lang="en-US" sz="2400" b="1" kern="0" dirty="0">
              <a:solidFill>
                <a:srgbClr val="00206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819DBEF7-D4B5-2F72-6CDC-53424EE8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99929820-77C8-241B-F07C-73DE7A661A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" name="Google Shape;233;p1">
            <a:extLst>
              <a:ext uri="{FF2B5EF4-FFF2-40B4-BE49-F238E27FC236}">
                <a16:creationId xmlns:a16="http://schemas.microsoft.com/office/drawing/2014/main" id="{FD1EA14A-8DE2-85D1-C5CA-0291EAF42AA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Problem Statement &amp; Proposed Solution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6F4B1-392A-471A-A2C8-9B6771113808}"/>
              </a:ext>
            </a:extLst>
          </p:cNvPr>
          <p:cNvSpPr txBox="1"/>
          <p:nvPr/>
        </p:nvSpPr>
        <p:spPr>
          <a:xfrm>
            <a:off x="647700" y="1278037"/>
            <a:ext cx="844867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algn="l"/>
            <a:endParaRPr lang="en-IN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❌ </a:t>
            </a: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91% plastic waste not recycled globally </a:t>
            </a: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(UN Data)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recycling guidelines create user confusion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No reward system for sustainable habits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Lack of community engagement &amp; accountability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Low motivation for consistent eco-friendly actions</a:t>
            </a:r>
          </a:p>
          <a:p>
            <a:pPr algn="l"/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b="1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algn="l"/>
            <a:endParaRPr lang="en-IN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ECOCOLLECT - Gamified recycling platform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XP-based reward system with badges &amp; streaks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Real-time environmental impact tracking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Interactive learning modules (Quizzes, Games)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Community features for social accountability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psychology-driven design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14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88DDD356-EA64-3397-835B-7386F50E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AE01F1E9-AEC0-C1EF-7D76-5F808FB30F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20655B9A-0AB6-ACE3-0442-1DB6CB6E2DA6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Process Flow Diagram &amp; System Architecture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9C6BD-831D-483B-BE87-7E522C188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450" y="1314450"/>
            <a:ext cx="7448550" cy="4810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BC2F2D-B0AE-4EE5-AB29-FCCC38B56506}"/>
              </a:ext>
            </a:extLst>
          </p:cNvPr>
          <p:cNvSpPr txBox="1"/>
          <p:nvPr/>
        </p:nvSpPr>
        <p:spPr>
          <a:xfrm>
            <a:off x="76200" y="1964889"/>
            <a:ext cx="90297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FLOW:</a:t>
            </a:r>
          </a:p>
          <a:p>
            <a:pPr algn="l">
              <a:buFont typeface="+mj-lt"/>
              <a:buAutoNum type="arabicPeriod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Action → API Call → Server Processing</a:t>
            </a:r>
          </a:p>
          <a:p>
            <a:pPr algn="l">
              <a:buFont typeface="+mj-lt"/>
              <a:buAutoNum type="arabicPeriod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Query → Data Processing → Response</a:t>
            </a:r>
          </a:p>
          <a:p>
            <a:pPr algn="l">
              <a:buFont typeface="+mj-lt"/>
              <a:buAutoNum type="arabicPeriod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Update → Real-time Charts → User Feedback</a:t>
            </a:r>
          </a:p>
          <a:p>
            <a:pPr algn="l"/>
            <a:endParaRPr lang="en-IN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PROCESSES: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Registration/Authentication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Pickup Scheduling &amp; Tracking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XP Calculation &amp; Badge Assignment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Community </a:t>
            </a:r>
            <a:r>
              <a:rPr lang="en-IN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</a:t>
            </a: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Updates</a:t>
            </a:r>
          </a:p>
        </p:txBody>
      </p:sp>
    </p:spTree>
    <p:extLst>
      <p:ext uri="{BB962C8B-B14F-4D97-AF65-F5344CB8AC3E}">
        <p14:creationId xmlns:p14="http://schemas.microsoft.com/office/powerpoint/2010/main" val="134412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6C7A9119-8DFA-0EB4-6BA9-DD30FA47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6043E473-82CB-9DDD-FA54-B4C9CA0766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1E7A7E53-FB8E-6C78-C1D3-D5E5CA16DA4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Technical Stack with Reasoning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F2667-08F3-424E-8258-232900877942}"/>
              </a:ext>
            </a:extLst>
          </p:cNvPr>
          <p:cNvSpPr txBox="1"/>
          <p:nvPr/>
        </p:nvSpPr>
        <p:spPr>
          <a:xfrm>
            <a:off x="571500" y="1001038"/>
            <a:ext cx="97329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HTML5/CSS3/JavaScript - Lightweight, no framework overhead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Bootstrap 5.3.0 - Responsive design across devices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Chart.js 4.4.1 - Interactive data visualizations</a:t>
            </a:r>
          </a:p>
          <a:p>
            <a:pPr algn="l"/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Express.js 4.21.2 - Fast, non-blocking I/O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RESTful API Design - Clean separation of concerns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CORS Middleware - Cross-origin resource sharing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DEPLOYMENT:</a:t>
            </a:r>
          </a:p>
          <a:p>
            <a:pPr algn="l"/>
            <a:endParaRPr lang="en-IN" sz="20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 - Cloud-based, scalable NoSQL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Mongoose 7.8.7 - Schema validation and </a:t>
            </a:r>
            <a:r>
              <a:rPr lang="en-IN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 Variables - Secure configuration</a:t>
            </a:r>
          </a:p>
          <a:p>
            <a:pPr algn="l"/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Single Language (JavaScript) full-stack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Cloud-native for scalability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Real-time capabilities</a:t>
            </a:r>
          </a:p>
          <a:p>
            <a:pPr algn="l"/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5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5231E0E5-2F4A-64EF-5D6F-B9FB8AFE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938535A5-3845-C906-BB0F-D1DFDF07D5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27203AA6-6F9F-B29E-0C67-220B62ECF5F8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Challenges Faced during development if Any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381C177-6654-472A-9A06-31B6C55D1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435131"/>
              </p:ext>
            </p:extLst>
          </p:nvPr>
        </p:nvGraphicFramePr>
        <p:xfrm>
          <a:off x="1190625" y="1714499"/>
          <a:ext cx="8969376" cy="446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4688">
                  <a:extLst>
                    <a:ext uri="{9D8B030D-6E8A-4147-A177-3AD203B41FA5}">
                      <a16:colId xmlns:a16="http://schemas.microsoft.com/office/drawing/2014/main" val="4202136669"/>
                    </a:ext>
                  </a:extLst>
                </a:gridCol>
                <a:gridCol w="4484688">
                  <a:extLst>
                    <a:ext uri="{9D8B030D-6E8A-4147-A177-3AD203B41FA5}">
                      <a16:colId xmlns:a16="http://schemas.microsoft.com/office/drawing/2014/main" val="319349441"/>
                    </a:ext>
                  </a:extLst>
                </a:gridCol>
              </a:tblGrid>
              <a:tr h="73864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267116046"/>
                  </a:ext>
                </a:extLst>
              </a:tr>
              <a:tr h="738648"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UI State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Data Management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49893484"/>
                  </a:ext>
                </a:extLst>
              </a:tr>
              <a:tr h="773985"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Sync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REST APIs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08145964"/>
                  </a:ext>
                </a:extLst>
              </a:tr>
              <a:tr h="738648"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 Balance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Tiered XP System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7456223"/>
                  </a:ext>
                </a:extLst>
              </a:tr>
              <a:tr h="738648"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Animations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0133605"/>
                  </a:ext>
                </a:extLst>
              </a:tr>
              <a:tr h="738648"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Responsive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Bootstrap Grid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79916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81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4EE51925-123A-0826-7140-B57FF440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1724DB37-E2D9-9976-A2E5-0B50C67872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21F2DBF7-E177-4BEE-7A33-97F818B85872}"/>
              </a:ext>
            </a:extLst>
          </p:cNvPr>
          <p:cNvSpPr txBox="1"/>
          <p:nvPr/>
        </p:nvSpPr>
        <p:spPr>
          <a:xfrm>
            <a:off x="1058100" y="228444"/>
            <a:ext cx="10075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Limitation and scope of the project with future projection extension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3565F0-9C95-48CD-BDB5-3C6FAAB5E777}"/>
              </a:ext>
            </a:extLst>
          </p:cNvPr>
          <p:cNvSpPr txBox="1"/>
          <p:nvPr/>
        </p:nvSpPr>
        <p:spPr>
          <a:xfrm>
            <a:off x="962025" y="1571626"/>
            <a:ext cx="642937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🔸 CURRENT LIMITATIONS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only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mobile 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integrations</a:t>
            </a:r>
          </a:p>
          <a:p>
            <a:pPr algn="l"/>
            <a:endParaRPr lang="en-IN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🚀 IMMEDIATE (3 Months)</a:t>
            </a:r>
            <a:endParaRPr lang="en-IN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Cloud migration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PWA + Push notifications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mobile UX </a:t>
            </a:r>
          </a:p>
          <a:p>
            <a:pPr algn="l"/>
            <a:endParaRPr lang="en-IN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📱 MEDIUM (6-12 Months)</a:t>
            </a:r>
            <a:endParaRPr lang="en-IN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recommendations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smart bin integration</a:t>
            </a:r>
          </a:p>
          <a:p>
            <a:pPr algn="l"/>
            <a:endParaRPr lang="en-I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endParaRPr lang="en-I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835E79-1FE3-4BD6-8001-1E24E1847837}"/>
              </a:ext>
            </a:extLst>
          </p:cNvPr>
          <p:cNvSpPr txBox="1"/>
          <p:nvPr/>
        </p:nvSpPr>
        <p:spPr>
          <a:xfrm>
            <a:off x="5505451" y="1285875"/>
            <a:ext cx="439102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I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🌍 LONG-TERM (1-2 Years)</a:t>
            </a:r>
            <a:endParaRPr lang="en-IN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Multi-platform deployment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Carbon credit marketplace</a:t>
            </a:r>
          </a:p>
          <a:p>
            <a:pPr algn="l"/>
            <a:endParaRPr lang="en-IN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⚡ SCALABILITY</a:t>
            </a:r>
            <a:endParaRPr lang="en-IN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ready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CDN support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62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77291D8B-5BDF-762B-889C-EF7EEA2B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E0757F77-E042-DE7D-7831-0AC75B621A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928D23C3-4AD4-CA06-D0B3-53D2500A9353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Working Demo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5A448-6C55-4986-BC44-F76AEAFC8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56" y="924696"/>
            <a:ext cx="10359170" cy="543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43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6AA881-85D0-4BF2-9658-BCA3F1D74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Mango DB Working Demo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5F3E27-0F2B-4AC6-B3F0-089ADDF2D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151011"/>
            <a:ext cx="5314950" cy="242760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27A19F-0752-4511-9E21-4CD0612E3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127" y="1151011"/>
            <a:ext cx="5048250" cy="25126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CCC592-D64C-40D7-8171-7D3A6DB74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781" y="3810000"/>
            <a:ext cx="8646009" cy="278542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39343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9B786DEA-4A14-6A08-C59E-A65D2A60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81B6E922-73DB-07C0-23F9-BFB8C03498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:a16="http://schemas.microsoft.com/office/drawing/2014/main" id="{EB157629-0113-D00F-40E3-64003C3AED6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Q/A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FF943-55E0-461C-8D31-7ADB3D8D4E8F}"/>
              </a:ext>
            </a:extLst>
          </p:cNvPr>
          <p:cNvSpPr txBox="1"/>
          <p:nvPr/>
        </p:nvSpPr>
        <p:spPr>
          <a:xfrm>
            <a:off x="1276350" y="1028343"/>
            <a:ext cx="927735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PROJECT HIGHLIGHTS:</a:t>
            </a:r>
          </a:p>
          <a:p>
            <a:pPr algn="l"/>
            <a:endParaRPr lang="en-IN" sz="20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🎯 INNOVATION ASPECTS:</a:t>
            </a:r>
            <a:endParaRPr lang="en-IN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in environmental conservation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psychology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Full-stack JavaScript implementation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impact visualization</a:t>
            </a:r>
          </a:p>
          <a:p>
            <a:pPr algn="l"/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📊 TECHNICAL ACHIEVEMENTS:</a:t>
            </a:r>
            <a:endParaRPr lang="en-IN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15+ RESTful API endpoints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SPA architecture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management</a:t>
            </a:r>
          </a:p>
          <a:p>
            <a:pPr algn="l"/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🌍 SOCIAL IMPACT:</a:t>
            </a:r>
            <a:endParaRPr lang="en-IN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Measurable environmental benefits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Community engagement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value proposition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sustainability solution</a:t>
            </a:r>
          </a:p>
        </p:txBody>
      </p:sp>
    </p:spTree>
    <p:extLst>
      <p:ext uri="{BB962C8B-B14F-4D97-AF65-F5344CB8AC3E}">
        <p14:creationId xmlns:p14="http://schemas.microsoft.com/office/powerpoint/2010/main" val="293588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AAED90-A1FC-4CBB-AA14-AEFD53E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666749" y="339509"/>
            <a:ext cx="12563476" cy="56802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13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d743f4-bdd2-4bd6-b73e-105263bf96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3D56B6783A0748A3738F918A46CAB4" ma:contentTypeVersion="17" ma:contentTypeDescription="Create a new document." ma:contentTypeScope="" ma:versionID="6e41a76b0dc34f93baac9f52f61b4a56">
  <xsd:schema xmlns:xsd="http://www.w3.org/2001/XMLSchema" xmlns:xs="http://www.w3.org/2001/XMLSchema" xmlns:p="http://schemas.microsoft.com/office/2006/metadata/properties" xmlns:ns3="dad743f4-bdd2-4bd6-b73e-105263bf9679" xmlns:ns4="a92b8159-32d9-436c-84b6-b44b2798c3ae" targetNamespace="http://schemas.microsoft.com/office/2006/metadata/properties" ma:root="true" ma:fieldsID="0b3bfe5915bb9f42ffd2020dfa825105" ns3:_="" ns4:_="">
    <xsd:import namespace="dad743f4-bdd2-4bd6-b73e-105263bf9679"/>
    <xsd:import namespace="a92b8159-32d9-436c-84b6-b44b2798c3a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743f4-bdd2-4bd6-b73e-105263bf96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b8159-32d9-436c-84b6-b44b2798c3a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954FEC-1900-432E-B542-0EF3A7352026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a92b8159-32d9-436c-84b6-b44b2798c3ae"/>
    <ds:schemaRef ds:uri="dad743f4-bdd2-4bd6-b73e-105263bf9679"/>
  </ds:schemaRefs>
</ds:datastoreItem>
</file>

<file path=customXml/itemProps2.xml><?xml version="1.0" encoding="utf-8"?>
<ds:datastoreItem xmlns:ds="http://schemas.openxmlformats.org/officeDocument/2006/customXml" ds:itemID="{3EC0B3FA-12E5-4204-8076-7CA92623A4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BE224E-3841-47CC-AC9E-030D586A84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d743f4-bdd2-4bd6-b73e-105263bf9679"/>
    <ds:schemaRef ds:uri="a92b8159-32d9-436c-84b6-b44b2798c3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464</Words>
  <Application>Microsoft Office PowerPoint</Application>
  <PresentationFormat>Widescreen</PresentationFormat>
  <Paragraphs>127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Helvetica Neue</vt:lpstr>
      <vt:lpstr>quote-cjk-patch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DrPrasadPurnaye</dc:creator>
  <cp:lastModifiedBy>vishakha poojari</cp:lastModifiedBy>
  <cp:revision>7</cp:revision>
  <dcterms:created xsi:type="dcterms:W3CDTF">2024-11-05T05:13:38Z</dcterms:created>
  <dcterms:modified xsi:type="dcterms:W3CDTF">2025-11-09T14:36:56Z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0x010100123D56B6783A0748A3738F918A46CAB4</vt:lpwstr>
  </property>
</Properties>
</file>